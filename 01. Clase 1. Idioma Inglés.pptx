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720B-E5D9-42FA-8C64-6835CCB9C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/>
              <a:t>Idioma Inglés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60AB2-3550-4B79-A6E1-A8409D0A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/>
              <a:t>Clase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r>
              <a:rPr lang="es-US" dirty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67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4000" dirty="0"/>
              <a:t>Saludos y presentaciones.</a:t>
            </a:r>
          </a:p>
          <a:p>
            <a:pPr marL="0" indent="0">
              <a:buNone/>
            </a:pPr>
            <a:endParaRPr lang="es-MX" sz="4000" dirty="0"/>
          </a:p>
          <a:p>
            <a:pPr marL="0" indent="0">
              <a:buNone/>
            </a:pPr>
            <a:r>
              <a:rPr lang="es-MX" sz="4000" dirty="0"/>
              <a:t>Verbo </a:t>
            </a:r>
            <a:r>
              <a:rPr lang="es-MX" sz="4000" dirty="0" err="1"/>
              <a:t>to</a:t>
            </a:r>
            <a:r>
              <a:rPr lang="es-MX" sz="4000" dirty="0"/>
              <a:t> be en presente simple.</a:t>
            </a:r>
          </a:p>
          <a:p>
            <a:pPr marL="0" indent="0">
              <a:buNone/>
            </a:pPr>
            <a:endParaRPr lang="es-MX" sz="4000" dirty="0"/>
          </a:p>
          <a:p>
            <a:pPr marL="0" indent="0">
              <a:buNone/>
            </a:pPr>
            <a:r>
              <a:rPr lang="es-MX" sz="4000" dirty="0"/>
              <a:t>Pronombres personales.</a:t>
            </a:r>
          </a:p>
        </p:txBody>
      </p:sp>
    </p:spTree>
    <p:extLst>
      <p:ext uri="{BB962C8B-B14F-4D97-AF65-F5344CB8AC3E}">
        <p14:creationId xmlns:p14="http://schemas.microsoft.com/office/powerpoint/2010/main" val="40018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s-ES" dirty="0"/>
              <a:t>Buenos días</a:t>
            </a:r>
            <a:endParaRPr lang="es-MX" dirty="0"/>
          </a:p>
          <a:p>
            <a:pPr marL="0" indent="0">
              <a:buNone/>
            </a:pPr>
            <a:r>
              <a:rPr lang="es-ES" dirty="0"/>
              <a:t>Good </a:t>
            </a:r>
            <a:r>
              <a:rPr lang="es-ES" dirty="0" err="1"/>
              <a:t>morning</a:t>
            </a:r>
            <a:endParaRPr lang="es-MX" dirty="0"/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Buenas tardes</a:t>
            </a:r>
            <a:endParaRPr lang="es-MX" dirty="0"/>
          </a:p>
          <a:p>
            <a:pPr marL="0" indent="0">
              <a:buNone/>
            </a:pPr>
            <a:r>
              <a:rPr lang="en-US" dirty="0"/>
              <a:t>Good afternoon</a:t>
            </a:r>
            <a:endParaRPr lang="es-MX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 err="1"/>
              <a:t>Buenas</a:t>
            </a:r>
            <a:r>
              <a:rPr lang="en-US" dirty="0"/>
              <a:t> </a:t>
            </a:r>
            <a:r>
              <a:rPr lang="en-US" dirty="0" err="1"/>
              <a:t>noches</a:t>
            </a:r>
            <a:endParaRPr lang="es-MX" dirty="0"/>
          </a:p>
          <a:p>
            <a:pPr marL="0" indent="0">
              <a:buNone/>
            </a:pPr>
            <a:r>
              <a:rPr lang="en-US" dirty="0"/>
              <a:t>Good evening</a:t>
            </a:r>
            <a:endParaRPr lang="es-MX" dirty="0"/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Buenas noches</a:t>
            </a:r>
            <a:endParaRPr lang="es-MX" dirty="0"/>
          </a:p>
          <a:p>
            <a:pPr marL="0" indent="0">
              <a:buNone/>
            </a:pPr>
            <a:r>
              <a:rPr lang="es-ES" dirty="0"/>
              <a:t>Good </a:t>
            </a:r>
            <a:r>
              <a:rPr lang="es-ES" dirty="0" err="1"/>
              <a:t>night</a:t>
            </a:r>
            <a:endParaRPr lang="es-MX" dirty="0"/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¡</a:t>
            </a:r>
            <a:r>
              <a:rPr lang="es-ES" dirty="0" err="1"/>
              <a:t>Adios</a:t>
            </a:r>
            <a:r>
              <a:rPr lang="es-ES" dirty="0"/>
              <a:t>!</a:t>
            </a:r>
            <a:endParaRPr lang="es-MX" dirty="0"/>
          </a:p>
          <a:p>
            <a:pPr marL="0" indent="0">
              <a:buNone/>
            </a:pPr>
            <a:r>
              <a:rPr lang="es-ES" dirty="0" err="1"/>
              <a:t>Bye</a:t>
            </a:r>
            <a:r>
              <a:rPr lang="es-ES" dirty="0"/>
              <a:t>, Good </a:t>
            </a:r>
            <a:r>
              <a:rPr lang="es-ES" dirty="0" err="1"/>
              <a:t>bye</a:t>
            </a:r>
            <a:endParaRPr lang="es-MX" dirty="0"/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¡Hasta luego!</a:t>
            </a:r>
            <a:endParaRPr lang="es-MX" dirty="0"/>
          </a:p>
          <a:p>
            <a:pPr marL="0" indent="0">
              <a:buNone/>
            </a:pPr>
            <a:r>
              <a:rPr lang="en-GB" dirty="0"/>
              <a:t>See you later!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93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¡Hasta pronto!</a:t>
            </a:r>
          </a:p>
          <a:p>
            <a:pPr marL="0" indent="0">
              <a:buNone/>
            </a:pPr>
            <a:r>
              <a:rPr lang="en-US" dirty="0"/>
              <a:t>See you (soon)!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¡Hasta </a:t>
            </a:r>
            <a:r>
              <a:rPr lang="en-US" dirty="0" err="1"/>
              <a:t>mañana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See you tomorrow!</a:t>
            </a:r>
          </a:p>
          <a:p>
            <a:pPr marL="0" indent="0">
              <a:buNone/>
            </a:pPr>
            <a:r>
              <a:rPr lang="en-US" dirty="0"/>
              <a:t>¡Hola! </a:t>
            </a:r>
          </a:p>
          <a:p>
            <a:pPr marL="0" indent="0">
              <a:buNone/>
            </a:pPr>
            <a:r>
              <a:rPr lang="en-US" dirty="0"/>
              <a:t>Hi! Hello!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estás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How are you?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tal</a:t>
            </a:r>
            <a:r>
              <a:rPr lang="en-US" dirty="0"/>
              <a:t>? </a:t>
            </a:r>
          </a:p>
          <a:p>
            <a:pPr marL="0" indent="0">
              <a:buNone/>
            </a:pPr>
            <a:r>
              <a:rPr lang="en-US" dirty="0"/>
              <a:t>How are things?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tal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How are you getting 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Bien, gracias</a:t>
            </a:r>
          </a:p>
          <a:p>
            <a:pPr marL="0" indent="0">
              <a:buNone/>
            </a:pPr>
            <a:r>
              <a:rPr lang="en-US" dirty="0"/>
              <a:t>fine, thanks</a:t>
            </a:r>
          </a:p>
        </p:txBody>
      </p:sp>
    </p:spTree>
    <p:extLst>
      <p:ext uri="{BB962C8B-B14F-4D97-AF65-F5344CB8AC3E}">
        <p14:creationId xmlns:p14="http://schemas.microsoft.com/office/powerpoint/2010/main" val="20342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¿A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dedicas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What do you do?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llamas?</a:t>
            </a:r>
          </a:p>
          <a:p>
            <a:pPr marL="0" indent="0">
              <a:buNone/>
            </a:pPr>
            <a:r>
              <a:rPr lang="en-US" dirty="0"/>
              <a:t>What's your name?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dirty="0" err="1"/>
              <a:t>presentarme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May I introduce myself?</a:t>
            </a:r>
          </a:p>
          <a:p>
            <a:pPr marL="0" indent="0">
              <a:buNone/>
            </a:pPr>
            <a:r>
              <a:rPr lang="en-US" dirty="0"/>
              <a:t>Quisiera que </a:t>
            </a:r>
            <a:r>
              <a:rPr lang="en-US" dirty="0" err="1"/>
              <a:t>conociese</a:t>
            </a:r>
            <a:r>
              <a:rPr lang="en-US" dirty="0"/>
              <a:t> a...</a:t>
            </a:r>
          </a:p>
          <a:p>
            <a:pPr marL="0" indent="0">
              <a:buNone/>
            </a:pPr>
            <a:r>
              <a:rPr lang="en-US" dirty="0"/>
              <a:t>I'd like you to meet...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 </a:t>
            </a:r>
            <a:r>
              <a:rPr lang="en-US" dirty="0" err="1"/>
              <a:t>presento</a:t>
            </a:r>
            <a:r>
              <a:rPr lang="en-US" dirty="0"/>
              <a:t> a ...</a:t>
            </a:r>
          </a:p>
          <a:p>
            <a:pPr marL="0" indent="0">
              <a:buNone/>
            </a:pPr>
            <a:r>
              <a:rPr lang="en-US" dirty="0"/>
              <a:t>Let me introduce you to 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Encantado</a:t>
            </a:r>
            <a:r>
              <a:rPr lang="en-US" dirty="0"/>
              <a:t> de </a:t>
            </a:r>
            <a:r>
              <a:rPr lang="en-US" dirty="0" err="1"/>
              <a:t>conocerle</a:t>
            </a:r>
            <a:r>
              <a:rPr lang="en-US" dirty="0"/>
              <a:t> …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Nice to meet you.</a:t>
            </a:r>
          </a:p>
        </p:txBody>
      </p:sp>
    </p:spTree>
    <p:extLst>
      <p:ext uri="{BB962C8B-B14F-4D97-AF65-F5344CB8AC3E}">
        <p14:creationId xmlns:p14="http://schemas.microsoft.com/office/powerpoint/2010/main" val="354326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s-MX" dirty="0"/>
              <a:t>Encantado, Mucho gusto </a:t>
            </a:r>
          </a:p>
          <a:p>
            <a:pPr marL="0" indent="0">
              <a:buNone/>
            </a:pPr>
            <a:r>
              <a:rPr lang="es-MX" dirty="0" err="1"/>
              <a:t>Nice</a:t>
            </a:r>
            <a:r>
              <a:rPr lang="es-MX" dirty="0"/>
              <a:t> / </a:t>
            </a:r>
            <a:r>
              <a:rPr lang="es-MX" dirty="0" err="1"/>
              <a:t>pleased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meet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¡Mucho gusto! / Cómo les va?</a:t>
            </a:r>
          </a:p>
          <a:p>
            <a:pPr marL="0" indent="0">
              <a:buNone/>
            </a:pPr>
            <a:r>
              <a:rPr lang="es-MX" dirty="0" err="1"/>
              <a:t>How</a:t>
            </a:r>
            <a:r>
              <a:rPr lang="es-MX" dirty="0"/>
              <a:t> do </a:t>
            </a:r>
            <a:r>
              <a:rPr lang="es-MX" dirty="0" err="1"/>
              <a:t>you</a:t>
            </a:r>
            <a:r>
              <a:rPr lang="es-MX" dirty="0"/>
              <a:t> do?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¿Cómo está tu familia?</a:t>
            </a:r>
          </a:p>
          <a:p>
            <a:pPr marL="0" indent="0">
              <a:buNone/>
            </a:pPr>
            <a:r>
              <a:rPr lang="es-MX" dirty="0" err="1"/>
              <a:t>How's</a:t>
            </a:r>
            <a:r>
              <a:rPr lang="es-MX" dirty="0"/>
              <a:t> </a:t>
            </a:r>
            <a:r>
              <a:rPr lang="es-MX" dirty="0" err="1"/>
              <a:t>your</a:t>
            </a:r>
            <a:r>
              <a:rPr lang="es-MX" dirty="0"/>
              <a:t> </a:t>
            </a:r>
            <a:r>
              <a:rPr lang="es-MX" dirty="0" err="1"/>
              <a:t>family</a:t>
            </a:r>
            <a:r>
              <a:rPr lang="es-MX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0335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s-US" dirty="0"/>
              <a:t>Verbo “</a:t>
            </a:r>
            <a:r>
              <a:rPr lang="es-US" dirty="0" err="1"/>
              <a:t>To</a:t>
            </a:r>
            <a:r>
              <a:rPr lang="es-US" dirty="0"/>
              <a:t> Be”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884A30D-1988-4BC4-A065-759C37C7E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356449"/>
              </p:ext>
            </p:extLst>
          </p:nvPr>
        </p:nvGraphicFramePr>
        <p:xfrm>
          <a:off x="3710504" y="3134456"/>
          <a:ext cx="6467166" cy="2643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3583">
                  <a:extLst>
                    <a:ext uri="{9D8B030D-6E8A-4147-A177-3AD203B41FA5}">
                      <a16:colId xmlns:a16="http://schemas.microsoft.com/office/drawing/2014/main" val="133809302"/>
                    </a:ext>
                  </a:extLst>
                </a:gridCol>
                <a:gridCol w="3233583">
                  <a:extLst>
                    <a:ext uri="{9D8B030D-6E8A-4147-A177-3AD203B41FA5}">
                      <a16:colId xmlns:a16="http://schemas.microsoft.com/office/drawing/2014/main" val="3853252735"/>
                    </a:ext>
                  </a:extLst>
                </a:gridCol>
              </a:tblGrid>
              <a:tr h="5286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sintaxis: sujeto + presente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856894"/>
                  </a:ext>
                </a:extLst>
              </a:tr>
              <a:tr h="528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 dirty="0">
                          <a:effectLst/>
                        </a:rPr>
                        <a:t>I am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It is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3425918"/>
                  </a:ext>
                </a:extLst>
              </a:tr>
              <a:tr h="528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You are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 dirty="0" err="1">
                          <a:effectLst/>
                        </a:rPr>
                        <a:t>We</a:t>
                      </a:r>
                      <a:r>
                        <a:rPr lang="es-ES" sz="2400" u="sng" dirty="0">
                          <a:effectLst/>
                        </a:rPr>
                        <a:t> are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2206245"/>
                  </a:ext>
                </a:extLst>
              </a:tr>
              <a:tr h="528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He is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You are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80998036"/>
                  </a:ext>
                </a:extLst>
              </a:tr>
              <a:tr h="5286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>
                          <a:effectLst/>
                        </a:rPr>
                        <a:t>She is</a:t>
                      </a:r>
                      <a:endParaRPr lang="es-MX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u="sng" dirty="0" err="1">
                          <a:effectLst/>
                        </a:rPr>
                        <a:t>They</a:t>
                      </a:r>
                      <a:r>
                        <a:rPr lang="es-ES" sz="2400" u="sng" dirty="0">
                          <a:effectLst/>
                        </a:rPr>
                        <a:t> are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333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60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s-US" dirty="0"/>
              <a:t>Verbo “</a:t>
            </a:r>
            <a:r>
              <a:rPr lang="es-US" dirty="0" err="1"/>
              <a:t>To</a:t>
            </a:r>
            <a:r>
              <a:rPr lang="es-US" dirty="0"/>
              <a:t> Be”</a:t>
            </a:r>
            <a:endParaRPr lang="es-MX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00182F1-5F43-442E-AF65-ED4A768EC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497111"/>
              </p:ext>
            </p:extLst>
          </p:nvPr>
        </p:nvGraphicFramePr>
        <p:xfrm>
          <a:off x="768627" y="2451652"/>
          <a:ext cx="10402956" cy="4357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219">
                  <a:extLst>
                    <a:ext uri="{9D8B030D-6E8A-4147-A177-3AD203B41FA5}">
                      <a16:colId xmlns:a16="http://schemas.microsoft.com/office/drawing/2014/main" val="1290658175"/>
                    </a:ext>
                  </a:extLst>
                </a:gridCol>
                <a:gridCol w="1973421">
                  <a:extLst>
                    <a:ext uri="{9D8B030D-6E8A-4147-A177-3AD203B41FA5}">
                      <a16:colId xmlns:a16="http://schemas.microsoft.com/office/drawing/2014/main" val="2745191813"/>
                    </a:ext>
                  </a:extLst>
                </a:gridCol>
                <a:gridCol w="3020464">
                  <a:extLst>
                    <a:ext uri="{9D8B030D-6E8A-4147-A177-3AD203B41FA5}">
                      <a16:colId xmlns:a16="http://schemas.microsoft.com/office/drawing/2014/main" val="1706171290"/>
                    </a:ext>
                  </a:extLst>
                </a:gridCol>
                <a:gridCol w="4247852">
                  <a:extLst>
                    <a:ext uri="{9D8B030D-6E8A-4147-A177-3AD203B41FA5}">
                      <a16:colId xmlns:a16="http://schemas.microsoft.com/office/drawing/2014/main" val="3851813292"/>
                    </a:ext>
                  </a:extLst>
                </a:gridCol>
              </a:tblGrid>
              <a:tr h="306673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LOS PRONOMBRES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604562"/>
                  </a:ext>
                </a:extLst>
              </a:tr>
              <a:tr h="53665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Pronombres de sujeto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Ejemplo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Traducción ejemplo 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27116065"/>
                  </a:ext>
                </a:extLst>
              </a:tr>
              <a:tr h="306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I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yo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I am ill.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Yo estoy enfermo.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38041081"/>
                  </a:ext>
                </a:extLst>
              </a:tr>
              <a:tr h="306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You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tú, usted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You are hungry.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Tú estás hambriento.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43175424"/>
                  </a:ext>
                </a:extLst>
              </a:tr>
              <a:tr h="306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He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él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He is handsome.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Él es guapo.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4494953"/>
                  </a:ext>
                </a:extLst>
              </a:tr>
              <a:tr h="306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She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ella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She is pretty.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>
                          <a:effectLst/>
                        </a:rPr>
                        <a:t> Ella es guapa</a:t>
                      </a:r>
                      <a:endParaRPr lang="es-MX" sz="1600" u="none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80007804"/>
                  </a:ext>
                </a:extLst>
              </a:tr>
              <a:tr h="63959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It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él, ella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It's cold today.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Hoy hace frío.</a:t>
                      </a:r>
                      <a:br>
                        <a:rPr lang="es-ES" sz="1600" u="none" dirty="0">
                          <a:effectLst/>
                        </a:rPr>
                      </a:br>
                      <a:r>
                        <a:rPr lang="es-ES" sz="1600" u="none" dirty="0">
                          <a:effectLst/>
                        </a:rPr>
                        <a:t> (este pronombre a menudo se omite) 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58425695"/>
                  </a:ext>
                </a:extLst>
              </a:tr>
              <a:tr h="306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We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nosotros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We are tired.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Nosotros estamos cansados.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4880766"/>
                  </a:ext>
                </a:extLst>
              </a:tr>
              <a:tr h="6347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You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vosotros, ustedes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You are angry.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600" u="none" dirty="0">
                          <a:effectLst/>
                        </a:rPr>
                        <a:t> Vosotros estáis enfadados.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47555698"/>
                  </a:ext>
                </a:extLst>
              </a:tr>
              <a:tr h="53665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They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u="sng">
                          <a:effectLst/>
                        </a:rPr>
                        <a:t> ellos, ellas </a:t>
                      </a:r>
                      <a:endParaRPr lang="es-MX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 They are at the cinema.</a:t>
                      </a:r>
                      <a:endParaRPr lang="es-MX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dirty="0">
                          <a:effectLst/>
                        </a:rPr>
                        <a:t> </a:t>
                      </a:r>
                      <a:r>
                        <a:rPr lang="es-ES" sz="1600" u="none" dirty="0">
                          <a:effectLst/>
                        </a:rPr>
                        <a:t>Ellos están en el cine.</a:t>
                      </a:r>
                      <a:endParaRPr lang="es-MX" sz="1600" u="none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52573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511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1. </a:t>
            </a:r>
            <a:r>
              <a:rPr lang="es-US" dirty="0" err="1"/>
              <a:t>First</a:t>
            </a:r>
            <a:r>
              <a:rPr lang="es-US" dirty="0"/>
              <a:t> </a:t>
            </a:r>
            <a:r>
              <a:rPr lang="es-US" dirty="0" err="1"/>
              <a:t>Steps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s-MX" sz="2800" dirty="0"/>
              <a:t>Tarea:</a:t>
            </a:r>
          </a:p>
          <a:p>
            <a:pPr marL="0" indent="0">
              <a:buNone/>
            </a:pPr>
            <a:endParaRPr lang="es-MX" sz="2800" dirty="0"/>
          </a:p>
          <a:p>
            <a:pPr marL="0" indent="0">
              <a:buNone/>
            </a:pPr>
            <a:r>
              <a:rPr lang="es-MX" sz="2800" dirty="0"/>
              <a:t>Hacer listado (en inglés) de los miembros de la familia</a:t>
            </a:r>
          </a:p>
          <a:p>
            <a:pPr marL="0" indent="0">
              <a:buNone/>
            </a:pPr>
            <a:r>
              <a:rPr lang="es-MX" sz="2800" dirty="0"/>
              <a:t>Hacer listado (en inglés) de los pronombres posesivos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4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283</Words>
  <Application>Microsoft Office PowerPoint</Application>
  <PresentationFormat>Panorámica</PresentationFormat>
  <Paragraphs>121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Sala de reuniones Ion</vt:lpstr>
      <vt:lpstr>Idioma Inglés</vt:lpstr>
      <vt:lpstr>Class # 1. First Steps</vt:lpstr>
      <vt:lpstr>Class # 1. First Steps</vt:lpstr>
      <vt:lpstr>Class # 1. First Steps</vt:lpstr>
      <vt:lpstr>Class # 1. First Steps</vt:lpstr>
      <vt:lpstr>Class # 1. First Steps</vt:lpstr>
      <vt:lpstr>Class # 1. First Steps</vt:lpstr>
      <vt:lpstr>Class # 1. First Steps</vt:lpstr>
      <vt:lpstr>Class # 1. First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Idioma Inglés</dc:title>
  <dc:creator>Yunior</dc:creator>
  <cp:lastModifiedBy>Yunior</cp:lastModifiedBy>
  <cp:revision>2</cp:revision>
  <dcterms:created xsi:type="dcterms:W3CDTF">2022-12-04T02:14:44Z</dcterms:created>
  <dcterms:modified xsi:type="dcterms:W3CDTF">2022-12-04T02:25:30Z</dcterms:modified>
</cp:coreProperties>
</file>
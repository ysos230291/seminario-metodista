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2720B-E5D9-42FA-8C64-6835CCB9CD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S" dirty="0"/>
              <a:t>Idioma Inglés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E60AB2-3550-4B79-A6E1-A8409D0A5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Ocupations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67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3. </a:t>
            </a:r>
            <a:r>
              <a:rPr lang="en-US" dirty="0" err="1"/>
              <a:t>Ocupations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sz="4000" dirty="0"/>
              <a:t>Lección 3:</a:t>
            </a:r>
          </a:p>
          <a:p>
            <a:pPr>
              <a:buFontTx/>
              <a:buChar char="-"/>
            </a:pPr>
            <a:r>
              <a:rPr lang="es-MX" sz="4000" dirty="0"/>
              <a:t>Conocer sobre los oficios y profesiones, empleando elementos gramaticales estudiados en lecciones anteriores.</a:t>
            </a:r>
          </a:p>
          <a:p>
            <a:pPr>
              <a:buFontTx/>
              <a:buChar char="-"/>
            </a:pPr>
            <a:endParaRPr lang="es-MX" sz="4000" dirty="0"/>
          </a:p>
          <a:p>
            <a:pPr>
              <a:buFontTx/>
              <a:buChar char="-"/>
            </a:pPr>
            <a:r>
              <a:rPr lang="es-MX" sz="4000" dirty="0"/>
              <a:t>“</a:t>
            </a:r>
            <a:r>
              <a:rPr lang="es-MX" sz="4000" dirty="0" err="1"/>
              <a:t>What</a:t>
            </a:r>
            <a:r>
              <a:rPr lang="es-MX" sz="4000" dirty="0"/>
              <a:t> are </a:t>
            </a:r>
            <a:r>
              <a:rPr lang="es-MX" sz="4000" dirty="0" err="1"/>
              <a:t>you</a:t>
            </a:r>
            <a:r>
              <a:rPr lang="es-MX" sz="4000" dirty="0"/>
              <a:t> </a:t>
            </a:r>
            <a:r>
              <a:rPr lang="es-MX" sz="4000" dirty="0" err="1"/>
              <a:t>doing</a:t>
            </a:r>
            <a:r>
              <a:rPr lang="es-MX" sz="4000" dirty="0"/>
              <a:t>?”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0181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3. </a:t>
            </a:r>
            <a:r>
              <a:rPr lang="en-US" dirty="0" err="1"/>
              <a:t>Ocupations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FE21FD3-2879-4609-B6B4-4A36D3009172}"/>
              </a:ext>
            </a:extLst>
          </p:cNvPr>
          <p:cNvSpPr/>
          <p:nvPr/>
        </p:nvSpPr>
        <p:spPr>
          <a:xfrm>
            <a:off x="1154953" y="2442435"/>
            <a:ext cx="838661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A: What do you do?</a:t>
            </a:r>
          </a:p>
          <a:p>
            <a:pPr algn="just"/>
            <a:r>
              <a:rPr lang="en-US" sz="2000" b="1" dirty="0"/>
              <a:t>B: I’m a doctor. What about you?  A: I’m a Pastor </a:t>
            </a:r>
          </a:p>
          <a:p>
            <a:pPr algn="just"/>
            <a:r>
              <a:rPr lang="en-US" sz="2000" b="1" dirty="0"/>
              <a:t> </a:t>
            </a:r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Occupation. To inquire what occupation of a person is, you may ask:</a:t>
            </a:r>
          </a:p>
          <a:p>
            <a:pPr algn="just"/>
            <a:r>
              <a:rPr lang="en-US" sz="2000" b="1" dirty="0"/>
              <a:t> </a:t>
            </a:r>
          </a:p>
          <a:p>
            <a:pPr algn="just"/>
            <a:r>
              <a:rPr lang="en-US" sz="2000" b="1" dirty="0"/>
              <a:t>What do you do?</a:t>
            </a:r>
          </a:p>
          <a:p>
            <a:pPr algn="just"/>
            <a:r>
              <a:rPr lang="en-US" sz="2000" b="1" dirty="0"/>
              <a:t>What do you do for a living?</a:t>
            </a:r>
          </a:p>
          <a:p>
            <a:pPr algn="just"/>
            <a:r>
              <a:rPr lang="en-US" sz="2000" b="1" dirty="0"/>
              <a:t>What are you?</a:t>
            </a:r>
          </a:p>
          <a:p>
            <a:pPr algn="just"/>
            <a:r>
              <a:rPr lang="en-US" sz="2000" b="1" dirty="0"/>
              <a:t>What’s your occupation?</a:t>
            </a:r>
          </a:p>
          <a:p>
            <a:pPr algn="just"/>
            <a:r>
              <a:rPr lang="en-US" sz="2000" b="1" dirty="0"/>
              <a:t>What’s your job?</a:t>
            </a:r>
          </a:p>
        </p:txBody>
      </p:sp>
    </p:spTree>
    <p:extLst>
      <p:ext uri="{BB962C8B-B14F-4D97-AF65-F5344CB8AC3E}">
        <p14:creationId xmlns:p14="http://schemas.microsoft.com/office/powerpoint/2010/main" val="306693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3. </a:t>
            </a:r>
            <a:r>
              <a:rPr lang="en-US" dirty="0" err="1"/>
              <a:t>Ocupations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FE21FD3-2879-4609-B6B4-4A36D3009172}"/>
              </a:ext>
            </a:extLst>
          </p:cNvPr>
          <p:cNvSpPr/>
          <p:nvPr/>
        </p:nvSpPr>
        <p:spPr>
          <a:xfrm>
            <a:off x="1154953" y="2442435"/>
            <a:ext cx="838661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I.	Ask what someone doing</a:t>
            </a:r>
          </a:p>
          <a:p>
            <a:pPr algn="just"/>
            <a:r>
              <a:rPr lang="en-US" sz="2800" b="1" dirty="0"/>
              <a:t>What are you doing now?</a:t>
            </a:r>
          </a:p>
          <a:p>
            <a:pPr algn="just"/>
            <a:r>
              <a:rPr lang="en-US" sz="2800" b="1" dirty="0"/>
              <a:t>-	I am working. What about you? What are you doing now?</a:t>
            </a:r>
          </a:p>
          <a:p>
            <a:pPr algn="just"/>
            <a:r>
              <a:rPr lang="en-US" sz="2800" b="1" dirty="0"/>
              <a:t>•	I’m reading the Bible.</a:t>
            </a: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Personal Pronoun + verb be + </a:t>
            </a:r>
            <a:r>
              <a:rPr lang="en-US" sz="2800" b="1" dirty="0" err="1"/>
              <a:t>ing</a:t>
            </a:r>
            <a:r>
              <a:rPr lang="en-US" sz="2800" b="1" dirty="0"/>
              <a:t>.</a:t>
            </a:r>
          </a:p>
          <a:p>
            <a:pPr algn="just"/>
            <a:r>
              <a:rPr lang="en-US" sz="2800" b="1" dirty="0"/>
              <a:t>a. – What is Peter doing? </a:t>
            </a:r>
          </a:p>
          <a:p>
            <a:pPr algn="just"/>
            <a:r>
              <a:rPr lang="en-US" sz="2800" b="1" dirty="0"/>
              <a:t>    -He is talking with Charles now.</a:t>
            </a:r>
          </a:p>
          <a:p>
            <a:pPr algn="just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9668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3. </a:t>
            </a:r>
            <a:r>
              <a:rPr lang="en-US" dirty="0" err="1"/>
              <a:t>Ocupations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FE21FD3-2879-4609-B6B4-4A36D3009172}"/>
              </a:ext>
            </a:extLst>
          </p:cNvPr>
          <p:cNvSpPr/>
          <p:nvPr/>
        </p:nvSpPr>
        <p:spPr>
          <a:xfrm>
            <a:off x="1154953" y="2442435"/>
            <a:ext cx="838661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Are you getting up? Yes, I am or No, I’m not.</a:t>
            </a: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Is she having breakfast? Yes, she is or No, she isn’t.</a:t>
            </a:r>
          </a:p>
          <a:p>
            <a:pPr algn="just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6608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3. </a:t>
            </a:r>
            <a:r>
              <a:rPr lang="en-US"/>
              <a:t>Ocupations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buNone/>
            </a:pPr>
            <a:r>
              <a:rPr lang="es-MX" sz="2800" dirty="0"/>
              <a:t>Tarea:</a:t>
            </a:r>
          </a:p>
          <a:p>
            <a:pPr marL="0" indent="0">
              <a:buNone/>
            </a:pPr>
            <a:endParaRPr lang="es-MX" sz="2800" dirty="0"/>
          </a:p>
          <a:p>
            <a:pPr>
              <a:buFontTx/>
              <a:buChar char="-"/>
            </a:pPr>
            <a:r>
              <a:rPr lang="es-MX" sz="2800" dirty="0"/>
              <a:t>“</a:t>
            </a:r>
            <a:r>
              <a:rPr lang="es-MX" sz="2800" dirty="0" err="1"/>
              <a:t>What</a:t>
            </a:r>
            <a:r>
              <a:rPr lang="es-MX" sz="2800" dirty="0"/>
              <a:t> do </a:t>
            </a:r>
            <a:r>
              <a:rPr lang="es-MX" sz="2800" dirty="0" err="1"/>
              <a:t>they</a:t>
            </a:r>
            <a:r>
              <a:rPr lang="es-MX" sz="2800" dirty="0"/>
              <a:t> look </a:t>
            </a:r>
            <a:r>
              <a:rPr lang="es-MX" sz="2800" dirty="0" err="1"/>
              <a:t>like</a:t>
            </a:r>
            <a:r>
              <a:rPr lang="es-MX" sz="2800" dirty="0"/>
              <a:t>?”</a:t>
            </a:r>
          </a:p>
          <a:p>
            <a:pPr>
              <a:buFontTx/>
              <a:buChar char="-"/>
            </a:pPr>
            <a:r>
              <a:rPr lang="es-MX" sz="2800" dirty="0"/>
              <a:t>-	Describir físicamente a alguien.</a:t>
            </a:r>
          </a:p>
          <a:p>
            <a:pPr>
              <a:buFontTx/>
              <a:buChar char="-"/>
            </a:pPr>
            <a:endParaRPr lang="es-MX" sz="2800" dirty="0"/>
          </a:p>
          <a:p>
            <a:pPr>
              <a:buFontTx/>
              <a:buChar char="-"/>
            </a:pPr>
            <a:r>
              <a:rPr lang="es-MX" sz="2800" dirty="0" err="1"/>
              <a:t>Colors</a:t>
            </a:r>
            <a:r>
              <a:rPr lang="es-MX" sz="2800" dirty="0"/>
              <a:t>/ Los colores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48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</TotalTime>
  <Words>120</Words>
  <Application>Microsoft Office PowerPoint</Application>
  <PresentationFormat>Panorámica</PresentationFormat>
  <Paragraphs>38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Sala de reuniones Ion</vt:lpstr>
      <vt:lpstr>Idioma Inglés</vt:lpstr>
      <vt:lpstr>Class # 3. Ocupations</vt:lpstr>
      <vt:lpstr>Class # 3. Ocupations</vt:lpstr>
      <vt:lpstr>Class # 3. Ocupations</vt:lpstr>
      <vt:lpstr>Class # 3. Ocupations</vt:lpstr>
      <vt:lpstr>Class # 3. Ocupations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Idioma Inglés</dc:title>
  <dc:creator>Yunior</dc:creator>
  <cp:lastModifiedBy>Yunior</cp:lastModifiedBy>
  <cp:revision>11</cp:revision>
  <dcterms:created xsi:type="dcterms:W3CDTF">2022-12-04T02:14:44Z</dcterms:created>
  <dcterms:modified xsi:type="dcterms:W3CDTF">2022-12-04T03:03:30Z</dcterms:modified>
</cp:coreProperties>
</file>
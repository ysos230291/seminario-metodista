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6" r:id="rId5"/>
    <p:sldId id="267" r:id="rId6"/>
    <p:sldId id="264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12/3/2022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12/3/2022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12/3/2022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12/3/2022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12/3/2022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12/3/2022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12/3/2022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12/3/2022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12/3/2022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12/3/2022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12/3/2022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12/3/2022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12/3/2022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12/3/2022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12/3/2022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12/3/2022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12/3/2022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12/3/2022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42720B-E5D9-42FA-8C64-6835CCB9CD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US" dirty="0"/>
              <a:t>Idioma Inglés</a:t>
            </a:r>
            <a:endParaRPr lang="es-MX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E60AB2-3550-4B79-A6E1-A8409D0A5F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US" dirty="0" err="1"/>
              <a:t>Class</a:t>
            </a:r>
            <a:r>
              <a:rPr lang="es-US" dirty="0"/>
              <a:t> # 4. </a:t>
            </a:r>
            <a:r>
              <a:rPr lang="en-US" dirty="0"/>
              <a:t>Adjectives</a:t>
            </a:r>
            <a:r>
              <a:rPr lang="es-US" dirty="0"/>
              <a:t> and </a:t>
            </a:r>
            <a:r>
              <a:rPr lang="en-US" dirty="0" err="1"/>
              <a:t>colours</a:t>
            </a:r>
            <a:r>
              <a:rPr lang="es-US" dirty="0"/>
              <a:t> 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86752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4428A0-9243-4DC7-BF91-43CAF1476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dirty="0" err="1"/>
              <a:t>Class</a:t>
            </a:r>
            <a:r>
              <a:rPr lang="es-US" dirty="0"/>
              <a:t> # 4. </a:t>
            </a:r>
            <a:r>
              <a:rPr lang="en-US" dirty="0"/>
              <a:t>Adjectives</a:t>
            </a:r>
            <a:r>
              <a:rPr lang="es-US" dirty="0"/>
              <a:t> and </a:t>
            </a:r>
            <a:r>
              <a:rPr lang="en-US" dirty="0" err="1"/>
              <a:t>colours</a:t>
            </a:r>
            <a:r>
              <a:rPr lang="es-US" dirty="0"/>
              <a:t> 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1B68F4-46AB-476C-A8CD-E63BB4D035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MX" sz="4000" dirty="0"/>
              <a:t>Lección 4:</a:t>
            </a:r>
          </a:p>
          <a:p>
            <a:pPr>
              <a:buFontTx/>
              <a:buChar char="-"/>
            </a:pPr>
            <a:r>
              <a:rPr lang="es-MX" sz="4000" dirty="0"/>
              <a:t>“</a:t>
            </a:r>
            <a:r>
              <a:rPr lang="es-MX" sz="4000" dirty="0" err="1"/>
              <a:t>What</a:t>
            </a:r>
            <a:r>
              <a:rPr lang="es-MX" sz="4000" dirty="0"/>
              <a:t> do </a:t>
            </a:r>
            <a:r>
              <a:rPr lang="es-MX" sz="4000" dirty="0" err="1"/>
              <a:t>they</a:t>
            </a:r>
            <a:r>
              <a:rPr lang="es-MX" sz="4000" dirty="0"/>
              <a:t> look </a:t>
            </a:r>
            <a:r>
              <a:rPr lang="es-MX" sz="4000" dirty="0" err="1"/>
              <a:t>like</a:t>
            </a:r>
            <a:r>
              <a:rPr lang="es-MX" sz="4000" dirty="0"/>
              <a:t>?”</a:t>
            </a:r>
          </a:p>
          <a:p>
            <a:pPr>
              <a:buFontTx/>
              <a:buChar char="-"/>
            </a:pPr>
            <a:r>
              <a:rPr lang="es-MX" sz="4000" dirty="0"/>
              <a:t>-	Describir físicamente a alguien.</a:t>
            </a:r>
          </a:p>
          <a:p>
            <a:pPr>
              <a:buFontTx/>
              <a:buChar char="-"/>
            </a:pPr>
            <a:endParaRPr lang="es-MX" sz="4000" dirty="0"/>
          </a:p>
          <a:p>
            <a:pPr>
              <a:buFontTx/>
              <a:buChar char="-"/>
            </a:pPr>
            <a:r>
              <a:rPr lang="es-MX" sz="4000" dirty="0" err="1"/>
              <a:t>Colors</a:t>
            </a:r>
            <a:r>
              <a:rPr lang="es-MX" sz="4000" dirty="0"/>
              <a:t>/ Los colores </a:t>
            </a:r>
          </a:p>
        </p:txBody>
      </p:sp>
    </p:spTree>
    <p:extLst>
      <p:ext uri="{BB962C8B-B14F-4D97-AF65-F5344CB8AC3E}">
        <p14:creationId xmlns:p14="http://schemas.microsoft.com/office/powerpoint/2010/main" val="4001812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4428A0-9243-4DC7-BF91-43CAF1476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dirty="0" err="1"/>
              <a:t>Class</a:t>
            </a:r>
            <a:r>
              <a:rPr lang="es-US" dirty="0"/>
              <a:t> # 4. </a:t>
            </a:r>
            <a:r>
              <a:rPr lang="en-US" dirty="0"/>
              <a:t>Adjectives</a:t>
            </a:r>
            <a:r>
              <a:rPr lang="es-US" dirty="0"/>
              <a:t> and </a:t>
            </a:r>
            <a:r>
              <a:rPr lang="en-US" dirty="0" err="1"/>
              <a:t>colours</a:t>
            </a:r>
            <a:r>
              <a:rPr lang="es-US" dirty="0"/>
              <a:t> </a:t>
            </a:r>
            <a:endParaRPr lang="es-MX" dirty="0"/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496D28B2-6E7A-4713-8E4C-194F0753B6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6342685"/>
              </p:ext>
            </p:extLst>
          </p:nvPr>
        </p:nvGraphicFramePr>
        <p:xfrm>
          <a:off x="1154954" y="2442435"/>
          <a:ext cx="8761412" cy="410413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3001">
                  <a:extLst>
                    <a:ext uri="{9D8B030D-6E8A-4147-A177-3AD203B41FA5}">
                      <a16:colId xmlns:a16="http://schemas.microsoft.com/office/drawing/2014/main" val="1258238407"/>
                    </a:ext>
                  </a:extLst>
                </a:gridCol>
                <a:gridCol w="3351139">
                  <a:extLst>
                    <a:ext uri="{9D8B030D-6E8A-4147-A177-3AD203B41FA5}">
                      <a16:colId xmlns:a16="http://schemas.microsoft.com/office/drawing/2014/main" val="666917704"/>
                    </a:ext>
                  </a:extLst>
                </a:gridCol>
                <a:gridCol w="5087272">
                  <a:extLst>
                    <a:ext uri="{9D8B030D-6E8A-4147-A177-3AD203B41FA5}">
                      <a16:colId xmlns:a16="http://schemas.microsoft.com/office/drawing/2014/main" val="3270035310"/>
                    </a:ext>
                  </a:extLst>
                </a:gridCol>
              </a:tblGrid>
              <a:tr h="45601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400">
                          <a:effectLst/>
                        </a:rPr>
                        <a:t>1</a:t>
                      </a:r>
                      <a:endParaRPr lang="es-MX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28575" marB="28575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400">
                          <a:effectLst/>
                        </a:rPr>
                        <a:t>opinión /valor</a:t>
                      </a:r>
                      <a:endParaRPr lang="es-MX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28575" marB="28575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400">
                          <a:effectLst/>
                        </a:rPr>
                        <a:t>delicious, wonderful, nice...</a:t>
                      </a:r>
                      <a:endParaRPr lang="es-MX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28575" marB="28575" anchor="ctr"/>
                </a:tc>
                <a:extLst>
                  <a:ext uri="{0D108BD9-81ED-4DB2-BD59-A6C34878D82A}">
                    <a16:rowId xmlns:a16="http://schemas.microsoft.com/office/drawing/2014/main" val="4079788988"/>
                  </a:ext>
                </a:extLst>
              </a:tr>
              <a:tr h="45601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400">
                          <a:effectLst/>
                        </a:rPr>
                        <a:t>2</a:t>
                      </a:r>
                      <a:endParaRPr lang="es-MX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28575" marB="28575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400">
                          <a:effectLst/>
                        </a:rPr>
                        <a:t>tamaño y longitud</a:t>
                      </a:r>
                      <a:endParaRPr lang="es-MX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28575" marB="28575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400">
                          <a:effectLst/>
                        </a:rPr>
                        <a:t>huge, short, large, small ...</a:t>
                      </a:r>
                      <a:endParaRPr lang="es-MX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28575" marB="28575" anchor="ctr"/>
                </a:tc>
                <a:extLst>
                  <a:ext uri="{0D108BD9-81ED-4DB2-BD59-A6C34878D82A}">
                    <a16:rowId xmlns:a16="http://schemas.microsoft.com/office/drawing/2014/main" val="202007001"/>
                  </a:ext>
                </a:extLst>
              </a:tr>
              <a:tr h="45601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400">
                          <a:effectLst/>
                        </a:rPr>
                        <a:t>3</a:t>
                      </a:r>
                      <a:endParaRPr lang="es-MX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28575" marB="28575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400">
                          <a:effectLst/>
                        </a:rPr>
                        <a:t>edad / temperatura</a:t>
                      </a:r>
                      <a:endParaRPr lang="es-MX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28575" marB="28575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400">
                          <a:effectLst/>
                        </a:rPr>
                        <a:t>new, old, hot ...</a:t>
                      </a:r>
                      <a:endParaRPr lang="es-MX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28575" marB="28575" anchor="ctr"/>
                </a:tc>
                <a:extLst>
                  <a:ext uri="{0D108BD9-81ED-4DB2-BD59-A6C34878D82A}">
                    <a16:rowId xmlns:a16="http://schemas.microsoft.com/office/drawing/2014/main" val="520046604"/>
                  </a:ext>
                </a:extLst>
              </a:tr>
              <a:tr h="45601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400">
                          <a:effectLst/>
                        </a:rPr>
                        <a:t>4</a:t>
                      </a:r>
                      <a:endParaRPr lang="es-MX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28575" marB="28575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400">
                          <a:effectLst/>
                        </a:rPr>
                        <a:t>forma y superficie</a:t>
                      </a:r>
                      <a:endParaRPr lang="es-MX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28575" marB="28575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400">
                          <a:effectLst/>
                        </a:rPr>
                        <a:t>round, fat, thin ...</a:t>
                      </a:r>
                      <a:endParaRPr lang="es-MX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28575" marB="28575" anchor="ctr"/>
                </a:tc>
                <a:extLst>
                  <a:ext uri="{0D108BD9-81ED-4DB2-BD59-A6C34878D82A}">
                    <a16:rowId xmlns:a16="http://schemas.microsoft.com/office/drawing/2014/main" val="4216831169"/>
                  </a:ext>
                </a:extLst>
              </a:tr>
              <a:tr h="45601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400">
                          <a:effectLst/>
                        </a:rPr>
                        <a:t>5</a:t>
                      </a:r>
                      <a:endParaRPr lang="es-MX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28575" marB="28575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400">
                          <a:effectLst/>
                        </a:rPr>
                        <a:t>color</a:t>
                      </a:r>
                      <a:endParaRPr lang="es-MX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28575" marB="28575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400">
                          <a:effectLst/>
                        </a:rPr>
                        <a:t>red, black ...</a:t>
                      </a:r>
                      <a:endParaRPr lang="es-MX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28575" marB="28575" anchor="ctr"/>
                </a:tc>
                <a:extLst>
                  <a:ext uri="{0D108BD9-81ED-4DB2-BD59-A6C34878D82A}">
                    <a16:rowId xmlns:a16="http://schemas.microsoft.com/office/drawing/2014/main" val="1900913405"/>
                  </a:ext>
                </a:extLst>
              </a:tr>
              <a:tr h="45601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400">
                          <a:effectLst/>
                        </a:rPr>
                        <a:t>6</a:t>
                      </a:r>
                      <a:endParaRPr lang="es-MX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28575" marB="28575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400">
                          <a:effectLst/>
                        </a:rPr>
                        <a:t>origen</a:t>
                      </a:r>
                      <a:endParaRPr lang="es-MX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28575" marB="28575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400">
                          <a:effectLst/>
                        </a:rPr>
                        <a:t>Spanish, American, Victorian ...</a:t>
                      </a:r>
                      <a:endParaRPr lang="es-MX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28575" marB="28575" anchor="ctr"/>
                </a:tc>
                <a:extLst>
                  <a:ext uri="{0D108BD9-81ED-4DB2-BD59-A6C34878D82A}">
                    <a16:rowId xmlns:a16="http://schemas.microsoft.com/office/drawing/2014/main" val="987064375"/>
                  </a:ext>
                </a:extLst>
              </a:tr>
              <a:tr h="45601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400">
                          <a:effectLst/>
                        </a:rPr>
                        <a:t>7</a:t>
                      </a:r>
                      <a:endParaRPr lang="es-MX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28575" marB="28575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400">
                          <a:effectLst/>
                        </a:rPr>
                        <a:t>material</a:t>
                      </a:r>
                      <a:endParaRPr lang="es-MX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28575" marB="28575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400">
                          <a:effectLst/>
                        </a:rPr>
                        <a:t>silver, cotton, paper, iron ...</a:t>
                      </a:r>
                      <a:endParaRPr lang="es-MX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28575" marB="28575" anchor="ctr"/>
                </a:tc>
                <a:extLst>
                  <a:ext uri="{0D108BD9-81ED-4DB2-BD59-A6C34878D82A}">
                    <a16:rowId xmlns:a16="http://schemas.microsoft.com/office/drawing/2014/main" val="989064943"/>
                  </a:ext>
                </a:extLst>
              </a:tr>
              <a:tr h="45601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400">
                          <a:effectLst/>
                        </a:rPr>
                        <a:t>8</a:t>
                      </a:r>
                      <a:endParaRPr lang="es-MX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28575" marB="28575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400">
                          <a:effectLst/>
                        </a:rPr>
                        <a:t>uso</a:t>
                      </a:r>
                      <a:endParaRPr lang="es-MX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28575" marB="28575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400">
                          <a:effectLst/>
                        </a:rPr>
                        <a:t>electric, political</a:t>
                      </a:r>
                      <a:endParaRPr lang="es-MX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28575" marB="28575" anchor="ctr"/>
                </a:tc>
                <a:extLst>
                  <a:ext uri="{0D108BD9-81ED-4DB2-BD59-A6C34878D82A}">
                    <a16:rowId xmlns:a16="http://schemas.microsoft.com/office/drawing/2014/main" val="2365710983"/>
                  </a:ext>
                </a:extLst>
              </a:tr>
              <a:tr h="45601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400">
                          <a:effectLst/>
                        </a:rPr>
                        <a:t>9</a:t>
                      </a:r>
                      <a:endParaRPr lang="es-MX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28575" marB="28575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400">
                          <a:effectLst/>
                        </a:rPr>
                        <a:t>nombre</a:t>
                      </a:r>
                      <a:endParaRPr lang="es-MX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28575" marB="28575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400" dirty="0" err="1">
                          <a:effectLst/>
                        </a:rPr>
                        <a:t>bath</a:t>
                      </a:r>
                      <a:r>
                        <a:rPr lang="es-ES" sz="2400" dirty="0">
                          <a:effectLst/>
                        </a:rPr>
                        <a:t> (</a:t>
                      </a:r>
                      <a:r>
                        <a:rPr lang="es-ES" sz="2400" dirty="0" err="1">
                          <a:effectLst/>
                        </a:rPr>
                        <a:t>towel</a:t>
                      </a:r>
                      <a:r>
                        <a:rPr lang="es-ES" sz="2400" dirty="0">
                          <a:effectLst/>
                        </a:rPr>
                        <a:t>)</a:t>
                      </a:r>
                      <a:endParaRPr lang="es-MX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28575" marB="28575" anchor="ctr"/>
                </a:tc>
                <a:extLst>
                  <a:ext uri="{0D108BD9-81ED-4DB2-BD59-A6C34878D82A}">
                    <a16:rowId xmlns:a16="http://schemas.microsoft.com/office/drawing/2014/main" val="14945746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934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4428A0-9243-4DC7-BF91-43CAF1476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dirty="0" err="1"/>
              <a:t>Class</a:t>
            </a:r>
            <a:r>
              <a:rPr lang="es-US" dirty="0"/>
              <a:t> # 4. </a:t>
            </a:r>
            <a:r>
              <a:rPr lang="en-US" dirty="0"/>
              <a:t>Adjectives</a:t>
            </a:r>
            <a:r>
              <a:rPr lang="es-US" dirty="0"/>
              <a:t> and </a:t>
            </a:r>
            <a:r>
              <a:rPr lang="en-US" dirty="0" err="1"/>
              <a:t>colours</a:t>
            </a:r>
            <a:r>
              <a:rPr lang="es-US" dirty="0"/>
              <a:t> </a:t>
            </a:r>
            <a:endParaRPr lang="es-MX" dirty="0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5EA307ED-593D-40BE-836A-948CFD65E9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2224831"/>
              </p:ext>
            </p:extLst>
          </p:nvPr>
        </p:nvGraphicFramePr>
        <p:xfrm>
          <a:off x="1154954" y="2690190"/>
          <a:ext cx="7286681" cy="37371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4739">
                  <a:extLst>
                    <a:ext uri="{9D8B030D-6E8A-4147-A177-3AD203B41FA5}">
                      <a16:colId xmlns:a16="http://schemas.microsoft.com/office/drawing/2014/main" val="1246414033"/>
                    </a:ext>
                  </a:extLst>
                </a:gridCol>
                <a:gridCol w="3861942">
                  <a:extLst>
                    <a:ext uri="{9D8B030D-6E8A-4147-A177-3AD203B41FA5}">
                      <a16:colId xmlns:a16="http://schemas.microsoft.com/office/drawing/2014/main" val="3351576966"/>
                    </a:ext>
                  </a:extLst>
                </a:gridCol>
              </a:tblGrid>
              <a:tr h="41523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black</a:t>
                      </a:r>
                      <a:endParaRPr lang="es-MX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400">
                          <a:effectLst/>
                        </a:rPr>
                        <a:t>negro</a:t>
                      </a:r>
                      <a:endParaRPr lang="es-MX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861964455"/>
                  </a:ext>
                </a:extLst>
              </a:tr>
              <a:tr h="41523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400">
                          <a:effectLst/>
                        </a:rPr>
                        <a:t>blue</a:t>
                      </a:r>
                      <a:endParaRPr lang="es-MX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400">
                          <a:effectLst/>
                        </a:rPr>
                        <a:t>azul</a:t>
                      </a:r>
                      <a:endParaRPr lang="es-MX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3889226840"/>
                  </a:ext>
                </a:extLst>
              </a:tr>
              <a:tr h="41523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brown</a:t>
                      </a:r>
                      <a:endParaRPr lang="es-MX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400">
                          <a:effectLst/>
                        </a:rPr>
                        <a:t>Marrón/carmelita</a:t>
                      </a:r>
                      <a:endParaRPr lang="es-MX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829818725"/>
                  </a:ext>
                </a:extLst>
              </a:tr>
              <a:tr h="41523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green</a:t>
                      </a:r>
                      <a:endParaRPr lang="es-MX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400">
                          <a:effectLst/>
                        </a:rPr>
                        <a:t>verde</a:t>
                      </a:r>
                      <a:endParaRPr lang="es-MX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471026515"/>
                  </a:ext>
                </a:extLst>
              </a:tr>
              <a:tr h="41523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400">
                          <a:effectLst/>
                        </a:rPr>
                        <a:t>grey</a:t>
                      </a:r>
                      <a:endParaRPr lang="es-MX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400">
                          <a:effectLst/>
                        </a:rPr>
                        <a:t>gris</a:t>
                      </a:r>
                      <a:endParaRPr lang="es-MX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618611723"/>
                  </a:ext>
                </a:extLst>
              </a:tr>
              <a:tr h="41523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navy</a:t>
                      </a:r>
                      <a:endParaRPr lang="es-MX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400">
                          <a:effectLst/>
                        </a:rPr>
                        <a:t>azul marino</a:t>
                      </a:r>
                      <a:endParaRPr lang="es-MX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519936221"/>
                  </a:ext>
                </a:extLst>
              </a:tr>
              <a:tr h="41523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400">
                          <a:effectLst/>
                        </a:rPr>
                        <a:t>orange</a:t>
                      </a:r>
                      <a:endParaRPr lang="es-MX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400">
                          <a:effectLst/>
                        </a:rPr>
                        <a:t>naranja</a:t>
                      </a:r>
                      <a:endParaRPr lang="es-MX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590556220"/>
                  </a:ext>
                </a:extLst>
              </a:tr>
              <a:tr h="41523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pink</a:t>
                      </a:r>
                      <a:endParaRPr lang="es-MX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400">
                          <a:effectLst/>
                        </a:rPr>
                        <a:t>rosa</a:t>
                      </a:r>
                      <a:endParaRPr lang="es-MX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2212868236"/>
                  </a:ext>
                </a:extLst>
              </a:tr>
              <a:tr h="41523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violet</a:t>
                      </a:r>
                      <a:endParaRPr lang="es-MX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400" dirty="0">
                          <a:effectLst/>
                        </a:rPr>
                        <a:t>violeta</a:t>
                      </a:r>
                      <a:endParaRPr lang="es-MX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41429257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4843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4428A0-9243-4DC7-BF91-43CAF1476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dirty="0" err="1"/>
              <a:t>Class</a:t>
            </a:r>
            <a:r>
              <a:rPr lang="es-US" dirty="0"/>
              <a:t> # 4. </a:t>
            </a:r>
            <a:r>
              <a:rPr lang="en-US" dirty="0"/>
              <a:t>Adjectives</a:t>
            </a:r>
            <a:r>
              <a:rPr lang="es-US" dirty="0"/>
              <a:t> and </a:t>
            </a:r>
            <a:r>
              <a:rPr lang="en-US" dirty="0" err="1"/>
              <a:t>colours</a:t>
            </a:r>
            <a:r>
              <a:rPr lang="es-US" dirty="0"/>
              <a:t> </a:t>
            </a:r>
            <a:endParaRPr lang="es-MX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1D03B43E-61C0-4689-990A-527AE525EE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407985"/>
              </p:ext>
            </p:extLst>
          </p:nvPr>
        </p:nvGraphicFramePr>
        <p:xfrm>
          <a:off x="1154953" y="2639888"/>
          <a:ext cx="6107237" cy="32444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70401">
                  <a:extLst>
                    <a:ext uri="{9D8B030D-6E8A-4147-A177-3AD203B41FA5}">
                      <a16:colId xmlns:a16="http://schemas.microsoft.com/office/drawing/2014/main" val="1890711753"/>
                    </a:ext>
                  </a:extLst>
                </a:gridCol>
                <a:gridCol w="3236836">
                  <a:extLst>
                    <a:ext uri="{9D8B030D-6E8A-4147-A177-3AD203B41FA5}">
                      <a16:colId xmlns:a16="http://schemas.microsoft.com/office/drawing/2014/main" val="773444374"/>
                    </a:ext>
                  </a:extLst>
                </a:gridCol>
              </a:tblGrid>
              <a:tr h="81111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600">
                          <a:effectLst/>
                        </a:rPr>
                        <a:t>purple</a:t>
                      </a:r>
                      <a:endParaRPr lang="es-MX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3600">
                          <a:effectLst/>
                        </a:rPr>
                        <a:t>morado</a:t>
                      </a:r>
                      <a:endParaRPr lang="es-MX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13553998"/>
                  </a:ext>
                </a:extLst>
              </a:tr>
              <a:tr h="81111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3600">
                          <a:effectLst/>
                        </a:rPr>
                        <a:t>red</a:t>
                      </a:r>
                      <a:endParaRPr lang="es-MX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3600">
                          <a:effectLst/>
                        </a:rPr>
                        <a:t>rojo</a:t>
                      </a:r>
                      <a:endParaRPr lang="es-MX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3198532657"/>
                  </a:ext>
                </a:extLst>
              </a:tr>
              <a:tr h="81111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600">
                          <a:effectLst/>
                        </a:rPr>
                        <a:t>white</a:t>
                      </a:r>
                      <a:endParaRPr lang="es-MX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3600">
                          <a:effectLst/>
                        </a:rPr>
                        <a:t>blanco</a:t>
                      </a:r>
                      <a:endParaRPr lang="es-MX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488365007"/>
                  </a:ext>
                </a:extLst>
              </a:tr>
              <a:tr h="81111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600">
                          <a:effectLst/>
                        </a:rPr>
                        <a:t>yellow</a:t>
                      </a:r>
                      <a:endParaRPr lang="es-MX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3600" dirty="0">
                          <a:effectLst/>
                        </a:rPr>
                        <a:t>amarillo</a:t>
                      </a:r>
                      <a:endParaRPr lang="es-MX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5209936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5464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4428A0-9243-4DC7-BF91-43CAF1476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dirty="0" err="1"/>
              <a:t>Class</a:t>
            </a:r>
            <a:r>
              <a:rPr lang="es-US" dirty="0"/>
              <a:t> # 4. </a:t>
            </a:r>
            <a:r>
              <a:rPr lang="en-US" dirty="0"/>
              <a:t>Adjectives</a:t>
            </a:r>
            <a:r>
              <a:rPr lang="es-US" dirty="0"/>
              <a:t> and </a:t>
            </a:r>
            <a:r>
              <a:rPr lang="en-US" dirty="0" err="1"/>
              <a:t>colours</a:t>
            </a:r>
            <a:r>
              <a:rPr lang="es-US" dirty="0"/>
              <a:t> 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1B68F4-46AB-476C-A8CD-E63BB4D035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1">
            <a:normAutofit/>
          </a:bodyPr>
          <a:lstStyle/>
          <a:p>
            <a:pPr marL="0" indent="0">
              <a:buNone/>
            </a:pPr>
            <a:r>
              <a:rPr lang="es-MX" sz="2800" dirty="0"/>
              <a:t>Tarea:</a:t>
            </a:r>
          </a:p>
          <a:p>
            <a:pPr marL="0" indent="0">
              <a:buNone/>
            </a:pPr>
            <a:endParaRPr lang="es-MX" sz="2800" dirty="0"/>
          </a:p>
          <a:p>
            <a:pPr>
              <a:buFontTx/>
              <a:buChar char="-"/>
            </a:pPr>
            <a:r>
              <a:rPr lang="es-MX" sz="2800" dirty="0" err="1"/>
              <a:t>Daily</a:t>
            </a:r>
            <a:r>
              <a:rPr lang="es-MX" sz="2800" dirty="0"/>
              <a:t> </a:t>
            </a:r>
            <a:r>
              <a:rPr lang="es-MX" sz="2800" dirty="0" err="1"/>
              <a:t>Routines</a:t>
            </a:r>
            <a:r>
              <a:rPr lang="es-MX" sz="2800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84852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la de reuniones Ion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35</TotalTime>
  <Words>165</Words>
  <Application>Microsoft Office PowerPoint</Application>
  <PresentationFormat>Panorámica</PresentationFormat>
  <Paragraphs>68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1" baseType="lpstr">
      <vt:lpstr>Arial</vt:lpstr>
      <vt:lpstr>Century Gothic</vt:lpstr>
      <vt:lpstr>Times New Roman</vt:lpstr>
      <vt:lpstr>Wingdings 3</vt:lpstr>
      <vt:lpstr>Sala de reuniones Ion</vt:lpstr>
      <vt:lpstr>Idioma Inglés</vt:lpstr>
      <vt:lpstr>Class # 4. Adjectives and colours </vt:lpstr>
      <vt:lpstr>Class # 4. Adjectives and colours </vt:lpstr>
      <vt:lpstr>Class # 4. Adjectives and colours </vt:lpstr>
      <vt:lpstr>Class # 4. Adjectives and colours </vt:lpstr>
      <vt:lpstr>Class # 4. Adjectives and colours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Idioma Inglés</dc:title>
  <dc:creator>Yunior</dc:creator>
  <cp:lastModifiedBy>Yunior</cp:lastModifiedBy>
  <cp:revision>12</cp:revision>
  <dcterms:created xsi:type="dcterms:W3CDTF">2022-12-04T02:14:44Z</dcterms:created>
  <dcterms:modified xsi:type="dcterms:W3CDTF">2022-12-04T03:00:25Z</dcterms:modified>
</cp:coreProperties>
</file>
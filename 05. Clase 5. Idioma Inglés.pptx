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68" r:id="rId4"/>
    <p:sldId id="269" r:id="rId5"/>
    <p:sldId id="264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2" d="100"/>
          <a:sy n="72" d="100"/>
        </p:scale>
        <p:origin x="660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2099733"/>
            <a:ext cx="8825658" cy="2677648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gray"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10158984" y="1792224"/>
            <a:ext cx="990599" cy="30479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5923F103-BC34-4FE4-A40E-EDDEECFDA5D0}" type="datetimeFigureOut">
              <a:rPr lang="en-US" dirty="0"/>
              <a:pPr/>
              <a:t>12/3/2022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8951976" y="3227832"/>
            <a:ext cx="3859795" cy="304801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r>
              <a:rPr lang="en-US" dirty="0"/>
              <a:t>
              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4" y="2603500"/>
            <a:ext cx="8825659" cy="3416300"/>
          </a:xfrm>
        </p:spPr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C9CA7B-DFD4-44B5-8C60-D14B8CD1FB59}" type="datetimeFigureOut">
              <a:rPr lang="en-US" dirty="0"/>
              <a:t>12/3/2022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 bwMode="gray"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677645"/>
            <a:ext cx="4351025" cy="2283824"/>
          </a:xfrm>
        </p:spPr>
        <p:txBody>
          <a:bodyPr anchor="ctr"/>
          <a:lstStyle>
            <a:lvl1pPr algn="l">
              <a:defRPr sz="40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95559" y="2677644"/>
            <a:ext cx="3757545" cy="228382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4E6425-0181-43F2-84FC-787E803FD2F8}" type="datetimeFigureOut">
              <a:rPr lang="en-US" dirty="0"/>
              <a:t>12/3/2022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54954" y="2603500"/>
            <a:ext cx="4825158" cy="3416301"/>
          </a:xfrm>
        </p:spPr>
        <p:txBody>
          <a:bodyPr>
            <a:normAutofit/>
          </a:bodyPr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8712" y="2603500"/>
            <a:ext cx="4825159" cy="3416300"/>
          </a:xfrm>
        </p:spPr>
        <p:txBody>
          <a:bodyPr>
            <a:normAutofit/>
          </a:bodyPr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DB8791-F1B0-41E7-B7FD-A781E65C4266}" type="datetimeFigureOut">
              <a:rPr lang="en-US" dirty="0"/>
              <a:t>12/3/2022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4825157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4954" y="3179762"/>
            <a:ext cx="4825158" cy="2840039"/>
          </a:xfrm>
        </p:spPr>
        <p:txBody>
          <a:bodyPr>
            <a:normAutofit/>
          </a:bodyPr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08712" y="2603500"/>
            <a:ext cx="482515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08712" y="3179762"/>
            <a:ext cx="4825159" cy="2840039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DD63B2-E120-4ED8-B27B-C685F510A5FE}" type="datetimeFigureOut">
              <a:rPr lang="en-US" dirty="0"/>
              <a:t>12/3/2022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</p:spPr>
        <p:txBody>
          <a:bodyPr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A18ACC-A947-437B-A130-35BD54FDF1E9}" type="datetimeFigureOut">
              <a:rPr lang="en-US" dirty="0"/>
              <a:t>12/3/2022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8D7E02-BCB8-4D50-A234-369438C08659}" type="datetimeFigureOut">
              <a:rPr lang="en-US" dirty="0"/>
              <a:t>12/3/2022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Rectangle 6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295400"/>
            <a:ext cx="2793158" cy="16002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81146" y="1447800"/>
            <a:ext cx="5190066" cy="4572000"/>
          </a:xfrm>
        </p:spPr>
        <p:txBody>
          <a:bodyPr anchor="ctr">
            <a:normAutofit/>
          </a:bodyPr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129280"/>
            <a:ext cx="2793158" cy="2895599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E86A4C-8E40-4F87-A4F0-01A0687C5742}" type="datetimeFigureOut">
              <a:rPr lang="en-US" dirty="0"/>
              <a:t>12/3/2022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693333"/>
            <a:ext cx="3865134" cy="1735667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547870" y="1143000"/>
            <a:ext cx="3227193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marL="0" lvl="0" indent="0" algn="ctr">
              <a:buNone/>
            </a:pPr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657600"/>
            <a:ext cx="3859212" cy="13716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E72C73-2D91-4E12-BA25-F0AA0C03599B}" type="datetimeFigureOut">
              <a:rPr lang="en-US" dirty="0"/>
              <a:t>12/3/2022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n panorámic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4969927"/>
            <a:ext cx="8825659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4" y="685800"/>
            <a:ext cx="8825659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536665"/>
            <a:ext cx="8825658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3A1CC3-2375-41D4-9E03-427CAF2A4C1A}" type="datetimeFigureOut">
              <a:rPr lang="en-US" dirty="0"/>
              <a:t>12/3/2022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8798" y="1063417"/>
            <a:ext cx="8831816" cy="1372986"/>
          </a:xfrm>
        </p:spPr>
        <p:txBody>
          <a:bodyPr/>
          <a:lstStyle>
            <a:lvl1pPr>
              <a:defRPr sz="4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543300"/>
            <a:ext cx="8825659" cy="24765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F16868-8199-4C2C-A5B1-63AEE139F88E}" type="datetimeFigureOut">
              <a:rPr lang="en-US" dirty="0"/>
              <a:t>12/3/2022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7" name="Rectangle 1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Oval 24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6" name="TextBox 15"/>
          <p:cNvSpPr txBox="1"/>
          <p:nvPr/>
        </p:nvSpPr>
        <p:spPr bwMode="gray">
          <a:xfrm>
            <a:off x="881566" y="607336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 bwMode="gray">
          <a:xfrm>
            <a:off x="9884458" y="2613787"/>
            <a:ext cx="65276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1878" y="982134"/>
            <a:ext cx="8453906" cy="2696632"/>
          </a:xfrm>
        </p:spPr>
        <p:txBody>
          <a:bodyPr/>
          <a:lstStyle>
            <a:lvl1pPr>
              <a:defRPr sz="4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945945" y="3678766"/>
            <a:ext cx="773121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029199"/>
            <a:ext cx="9244897" cy="997857"/>
          </a:xfrm>
        </p:spPr>
        <p:txBody>
          <a:bodyPr anchor="ctr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D9FF7F-6988-44CC-821B-644E70CD2F73}" type="datetimeFigureOut">
              <a:rPr lang="en-US" dirty="0"/>
              <a:t>12/3/2022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370667"/>
            <a:ext cx="8825660" cy="1822514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5024967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12C299-16B2-4475-990D-751901EACC14}" type="datetimeFigureOut">
              <a:rPr lang="en-US" dirty="0"/>
              <a:t>12/3/2022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2"/>
            <a:ext cx="314187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54953" y="3179764"/>
            <a:ext cx="314187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2721" y="2603500"/>
            <a:ext cx="314700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12721" y="3179763"/>
            <a:ext cx="314700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88135" y="2603501"/>
            <a:ext cx="314573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88329" y="3179762"/>
            <a:ext cx="3145536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440397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77240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E86839-B9D8-4651-8783-F325ECE74E65}" type="datetimeFigureOut">
              <a:rPr lang="en-US" dirty="0"/>
              <a:t>12/3/2022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de imagen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532844"/>
            <a:ext cx="30504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1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4553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54954" y="5109106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865" y="4532844"/>
            <a:ext cx="3050438" cy="576263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41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748462" y="2603500"/>
            <a:ext cx="2691243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70172" y="5109105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82775" y="4532845"/>
            <a:ext cx="305109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42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63031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82775" y="5109104"/>
            <a:ext cx="3051096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cxnSp>
        <p:nvCxnSpPr>
          <p:cNvPr id="43" name="Straight Connector 42"/>
          <p:cNvCxnSpPr/>
          <p:nvPr/>
        </p:nvCxnSpPr>
        <p:spPr>
          <a:xfrm>
            <a:off x="440583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>
            <a:off x="7797802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484F64-32F6-45C5-931F-ADC1662401D0}" type="datetimeFigureOut">
              <a:rPr lang="en-US" dirty="0"/>
              <a:t>12/3/2022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61111" y="6391838"/>
            <a:ext cx="3644282" cy="304801"/>
          </a:xfrm>
        </p:spPr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2603500"/>
            <a:ext cx="8825659" cy="3416300"/>
          </a:xfrm>
        </p:spPr>
        <p:txBody>
          <a:bodyPr vert="eaVert" anchor="t" anchorCtr="0"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95439" y="6391838"/>
            <a:ext cx="990599" cy="304799"/>
          </a:xfrm>
        </p:spPr>
        <p:txBody>
          <a:bodyPr/>
          <a:lstStyle/>
          <a:p>
            <a:fld id="{53086D93-FCAC-47E0-A2EE-787E62CA814C}" type="datetimeFigureOut">
              <a:rPr lang="en-US" dirty="0"/>
              <a:t>12/3/2022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Rectangle 6"/>
            <p:cNvSpPr/>
            <p:nvPr/>
          </p:nvSpPr>
          <p:spPr bwMode="gray"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85235" y="1278467"/>
            <a:ext cx="1409965" cy="4748590"/>
          </a:xfrm>
        </p:spPr>
        <p:txBody>
          <a:bodyPr vert="eaVert" anchor="b" anchorCtr="0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1278467"/>
            <a:ext cx="6256025" cy="4748590"/>
          </a:xfrm>
        </p:spPr>
        <p:txBody>
          <a:bodyPr vert="eaVert"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53104" y="6391838"/>
            <a:ext cx="992135" cy="304799"/>
          </a:xfrm>
        </p:spPr>
        <p:txBody>
          <a:bodyPr/>
          <a:lstStyle/>
          <a:p>
            <a:fld id="{CDA879A6-0FD0-4734-A311-86BFCA472E6E}" type="datetimeFigureOut">
              <a:rPr lang="en-US" dirty="0"/>
              <a:t>12/3/2022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7" name="Rectangle 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4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1154954" y="973668"/>
            <a:ext cx="8761413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8761413" cy="341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53104" y="6391838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1" i="0">
                <a:solidFill>
                  <a:schemeClr val="accent1"/>
                </a:solidFill>
              </a:defRPr>
            </a:lvl1pPr>
          </a:lstStyle>
          <a:p>
            <a:fld id="{2BE451C3-0FF4-47C4-B829-773ADF60F88C}" type="datetimeFigureOut">
              <a:rPr lang="en-US" dirty="0"/>
              <a:t>12/3/2022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1" i="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
              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73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8" r:id="rId9"/>
    <p:sldLayoutId id="2147483667" r:id="rId10"/>
    <p:sldLayoutId id="2147483661" r:id="rId11"/>
    <p:sldLayoutId id="2147483672" r:id="rId12"/>
    <p:sldLayoutId id="2147483662" r:id="rId13"/>
    <p:sldLayoutId id="2147483669" r:id="rId14"/>
    <p:sldLayoutId id="2147483670" r:id="rId15"/>
    <p:sldLayoutId id="2147483658" r:id="rId16"/>
    <p:sldLayoutId id="2147483659" r:id="rId17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36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742720B-E5D9-42FA-8C64-6835CCB9CDC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US" dirty="0"/>
              <a:t>Idioma Inglés</a:t>
            </a:r>
            <a:endParaRPr lang="es-MX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3FE60AB2-3550-4B79-A6E1-A8409D0A5FB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s-US" dirty="0" err="1"/>
              <a:t>Class</a:t>
            </a:r>
            <a:r>
              <a:rPr lang="es-US" dirty="0"/>
              <a:t> # 5. </a:t>
            </a:r>
            <a:r>
              <a:rPr lang="en-US" dirty="0"/>
              <a:t>Daily activities (daily routine)</a:t>
            </a:r>
          </a:p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40867522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B4428A0-9243-4DC7-BF91-43CAF14766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US" dirty="0" err="1"/>
              <a:t>Class</a:t>
            </a:r>
            <a:r>
              <a:rPr lang="es-US" dirty="0"/>
              <a:t> # 5. </a:t>
            </a:r>
            <a:r>
              <a:rPr lang="en-US" dirty="0"/>
              <a:t>Daily activities (daily routine)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61B68F4-46AB-476C-A8CD-E63BB4D035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s-MX" sz="4000" dirty="0"/>
              <a:t>Lección 4:</a:t>
            </a:r>
          </a:p>
          <a:p>
            <a:pPr>
              <a:buFontTx/>
              <a:buChar char="-"/>
            </a:pPr>
            <a:r>
              <a:rPr lang="en-US" sz="4000" dirty="0"/>
              <a:t>Daily activities (daily routine)</a:t>
            </a:r>
          </a:p>
        </p:txBody>
      </p:sp>
    </p:spTree>
    <p:extLst>
      <p:ext uri="{BB962C8B-B14F-4D97-AF65-F5344CB8AC3E}">
        <p14:creationId xmlns:p14="http://schemas.microsoft.com/office/powerpoint/2010/main" val="40018128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B4428A0-9243-4DC7-BF91-43CAF14766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US" dirty="0" err="1"/>
              <a:t>Class</a:t>
            </a:r>
            <a:r>
              <a:rPr lang="es-US" dirty="0"/>
              <a:t> # 5. </a:t>
            </a:r>
            <a:r>
              <a:rPr lang="en-US" dirty="0"/>
              <a:t>Daily activities (daily routine)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61B68F4-46AB-476C-A8CD-E63BB4D035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sz="4000" dirty="0"/>
              <a:t>Daily activities (daily routine)</a:t>
            </a:r>
          </a:p>
          <a:p>
            <a:pPr marL="0" indent="0" algn="just">
              <a:buNone/>
            </a:pPr>
            <a:r>
              <a:rPr lang="en-US" sz="4000" dirty="0"/>
              <a:t>This is Philip. He gets up at 7:00 am. He takes (has) a shower at 7:15. Philip has breakfast at 7:30 am and he leaves home at 7:45. He catches the train at 8:00 and he gets to work at 8:15. Philip has lunch at 1:00 and he leaves work at 5:00 o’clock. He cooks dinner at 6:00pm and he has dinner at 7:30. He goes to the church at 8.00 pm and he goes to bed at 10:30.</a:t>
            </a:r>
          </a:p>
        </p:txBody>
      </p:sp>
    </p:spTree>
    <p:extLst>
      <p:ext uri="{BB962C8B-B14F-4D97-AF65-F5344CB8AC3E}">
        <p14:creationId xmlns:p14="http://schemas.microsoft.com/office/powerpoint/2010/main" val="4634934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B4428A0-9243-4DC7-BF91-43CAF14766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US" dirty="0" err="1"/>
              <a:t>Class</a:t>
            </a:r>
            <a:r>
              <a:rPr lang="es-US" dirty="0"/>
              <a:t> # 5. </a:t>
            </a:r>
            <a:r>
              <a:rPr lang="en-US" dirty="0"/>
              <a:t>Daily activities (daily routine)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61B68F4-46AB-476C-A8CD-E63BB4D035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 marL="0" indent="0" algn="just">
              <a:buNone/>
            </a:pPr>
            <a:r>
              <a:rPr lang="en-US" sz="4000" dirty="0"/>
              <a:t>My name is Helen. I wake up at 6:00 am every day. I wash my face and myself and brush my teeth. I make the bed, comb my hair and then I get dressed. I go to the kitchen and prepare my family’s breakfast. After that I dress my daughter. I take her to the Day Care Center at 7.00am and I go to the bus stop. I get to work at 7:45am. I go back home at 4:30pm and I pick up my daughter. I prepare dinner for my family. We eat together at 7:30pm. Later my husband watches TV and I read. We go to bed at about 11:00pm.</a:t>
            </a:r>
          </a:p>
        </p:txBody>
      </p:sp>
    </p:spTree>
    <p:extLst>
      <p:ext uri="{BB962C8B-B14F-4D97-AF65-F5344CB8AC3E}">
        <p14:creationId xmlns:p14="http://schemas.microsoft.com/office/powerpoint/2010/main" val="20533726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B4428A0-9243-4DC7-BF91-43CAF14766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US" dirty="0" err="1"/>
              <a:t>Class</a:t>
            </a:r>
            <a:r>
              <a:rPr lang="es-US" dirty="0"/>
              <a:t> # 5. </a:t>
            </a:r>
            <a:r>
              <a:rPr lang="en-US" dirty="0"/>
              <a:t>Daily activities (daily routine)</a:t>
            </a:r>
            <a:endParaRPr lang="es-MX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61B68F4-46AB-476C-A8CD-E63BB4D035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numCol="1">
            <a:normAutofit/>
          </a:bodyPr>
          <a:lstStyle/>
          <a:p>
            <a:pPr marL="0" indent="0">
              <a:buNone/>
            </a:pPr>
            <a:r>
              <a:rPr lang="es-MX" sz="2800" dirty="0"/>
              <a:t>Tarea:</a:t>
            </a:r>
          </a:p>
          <a:p>
            <a:pPr marL="0" indent="0">
              <a:buNone/>
            </a:pPr>
            <a:endParaRPr lang="es-MX" sz="2800" dirty="0"/>
          </a:p>
          <a:p>
            <a:pPr>
              <a:buFontTx/>
              <a:buChar char="-"/>
            </a:pPr>
            <a:r>
              <a:rPr lang="es-US" sz="2800" dirty="0"/>
              <a:t>R</a:t>
            </a:r>
            <a:r>
              <a:rPr lang="es-MX" sz="2800" dirty="0" err="1"/>
              <a:t>epasos</a:t>
            </a:r>
            <a:r>
              <a:rPr lang="es-MX" sz="2800" dirty="0"/>
              <a:t> P/F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9848522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ala de reuniones Ion">
  <a:themeElements>
    <a:clrScheme name="Ion Boardroom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39</TotalTime>
  <Words>288</Words>
  <Application>Microsoft Office PowerPoint</Application>
  <PresentationFormat>Panorámica</PresentationFormat>
  <Paragraphs>14</Paragraphs>
  <Slides>5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5</vt:i4>
      </vt:variant>
    </vt:vector>
  </HeadingPairs>
  <TitlesOfParts>
    <vt:vector size="9" baseType="lpstr">
      <vt:lpstr>Arial</vt:lpstr>
      <vt:lpstr>Century Gothic</vt:lpstr>
      <vt:lpstr>Wingdings 3</vt:lpstr>
      <vt:lpstr>Sala de reuniones Ion</vt:lpstr>
      <vt:lpstr>Idioma Inglés</vt:lpstr>
      <vt:lpstr>Class # 5. Daily activities (daily routine)</vt:lpstr>
      <vt:lpstr>Class # 5. Daily activities (daily routine)</vt:lpstr>
      <vt:lpstr>Class # 5. Daily activities (daily routine)</vt:lpstr>
      <vt:lpstr>Class # 5. Daily activities (daily routine)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Idioma Inglés</dc:title>
  <dc:creator>Yunior</dc:creator>
  <cp:lastModifiedBy>Yunior</cp:lastModifiedBy>
  <cp:revision>14</cp:revision>
  <dcterms:created xsi:type="dcterms:W3CDTF">2022-12-04T02:14:44Z</dcterms:created>
  <dcterms:modified xsi:type="dcterms:W3CDTF">2022-12-04T03:04:22Z</dcterms:modified>
</cp:coreProperties>
</file>